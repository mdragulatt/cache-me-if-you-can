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chip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driving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🤘</a:t>
            </a:r>
            <a:r>
              <a:rPr/>
              <a:t> </a:t>
            </a:r>
            <a:r>
              <a:rPr/>
              <a:t>Cache</a:t>
            </a:r>
            <a:r>
              <a:rPr/>
              <a:t> </a:t>
            </a:r>
            <a:r>
              <a:rPr/>
              <a:t>Me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2</a:t>
            </a:r>
            <a:br/>
            <a:br/>
            <a:r>
              <a:rPr/>
              <a:t>Maciek</a:t>
            </a:r>
            <a:r>
              <a:rPr/>
              <a:t> </a:t>
            </a:r>
            <a:r>
              <a:rPr/>
              <a:t>Draguła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Nathan</a:t>
            </a:r>
            <a:r>
              <a:rPr/>
              <a:t> </a:t>
            </a:r>
            <a:r>
              <a:rPr/>
              <a:t>Maurice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ML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PL</a:t>
            </a:r>
            <a:r>
              <a:rPr/>
              <a:t> </a:t>
            </a:r>
            <a:r>
              <a:rPr/>
              <a:t>2026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October</a:t>
            </a:r>
            <a:r>
              <a:rPr/>
              <a:t> </a:t>
            </a:r>
            <a:r>
              <a:rPr/>
              <a:t>11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behind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Tenstorrent </a:t>
            </a:r>
            <a:r>
              <a:rPr b="1"/>
              <a:t>Wormhole n150</a:t>
            </a:r>
            <a:r>
              <a:rPr/>
              <a:t> card.</a:t>
            </a:r>
          </a:p>
          <a:p>
            <a:pPr lvl="1"/>
            <a:r>
              <a:rPr/>
              <a:t>A grid of </a:t>
            </a:r>
            <a:r>
              <a:rPr b="1"/>
              <a:t>Tensix cores</a:t>
            </a:r>
            <a:r>
              <a:rPr/>
              <a:t>. Each core has its own compute engines and 1.5 MB of fast local memory (SRAM).</a:t>
            </a:r>
          </a:p>
          <a:p>
            <a:pPr lvl="1"/>
            <a:r>
              <a:rPr b="1"/>
              <a:t>12 GB</a:t>
            </a:r>
            <a:r>
              <a:rPr/>
              <a:t> of DRAM next to the grid, reachable at about </a:t>
            </a:r>
            <a:r>
              <a:rPr b="1"/>
              <a:t>288 GB/s</a:t>
            </a:r>
            <a:r>
              <a:rPr/>
              <a:t>.</a:t>
            </a:r>
          </a:p>
          <a:p>
            <a:pPr lvl="1"/>
            <a:r>
              <a:rPr/>
              <a:t>The cores talk to the DRAM and to each other over a network on the chip.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Tenstorrent</a:t>
            </a:r>
            <a:r>
              <a:rPr/>
              <a:t> </a:t>
            </a:r>
            <a:r>
              <a:rPr/>
              <a:t>chip</a:t>
            </a:r>
          </a:p>
        </p:txBody>
      </p:sp>
      <p:pic>
        <p:nvPicPr>
          <p:cNvPr descr="media/gpu_vs_tens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17700"/>
            <a:ext cx="82296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GPU</a:t>
            </a:r>
            <a:r>
              <a:rPr/>
              <a:t>: many cores share one large cache and one memory; the hardware moves data through the cache for you.</a:t>
            </a:r>
          </a:p>
          <a:p>
            <a:pPr lvl="1"/>
            <a:r>
              <a:rPr b="1"/>
              <a:t>Tenstorrent</a:t>
            </a:r>
            <a:r>
              <a:rPr/>
              <a:t>: a grid of Tensix cores, each with its own SRAM; data moves between cores explicitly, over a network on the chip; chips connect over standard Ethernet.</a:t>
            </a:r>
          </a:p>
          <a:p>
            <a:pPr lvl="1"/>
            <a:r>
              <a:rPr/>
              <a:t>A short introduction to the Tensix core (video): https://www.youtube.com/watch?v=WcljPiCl5eM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Near</a:t>
            </a:r>
            <a:r>
              <a:rPr/>
              <a:t> </a:t>
            </a:r>
            <a:r>
              <a:rPr/>
              <a:t>memory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far</a:t>
            </a:r>
            <a:r>
              <a:rPr/>
              <a:t> </a:t>
            </a:r>
            <a:r>
              <a:rPr/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Far: DRAM.</a:t>
            </a:r>
            <a:r>
              <a:rPr/>
              <a:t> Large and comparatively slow to reach. The weights and the KV cache live here.</a:t>
            </a:r>
          </a:p>
          <a:p>
            <a:pPr lvl="1"/>
            <a:r>
              <a:rPr b="1"/>
              <a:t>Near: SRAM in each core.</a:t>
            </a:r>
            <a:r>
              <a:rPr/>
              <a:t> Small and fast. This is where the arithmetic happens.</a:t>
            </a:r>
          </a:p>
          <a:p>
            <a:pPr lvl="1"/>
            <a:r>
              <a:rPr/>
              <a:t>A decode step is a loop: bring weights from far memory, use them once, move on.</a:t>
            </a:r>
          </a:p>
          <a:p>
            <a:pPr lvl="1"/>
            <a:r>
              <a:rPr/>
              <a:t>That’s why the speed limit is a bandwidth number, not a compute number.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hardware moves and multiplies data in blocks of </a:t>
            </a:r>
            <a:r>
              <a:rPr b="1"/>
              <a:t>32 × 32 numbers</a:t>
            </a:r>
            <a:r>
              <a:rPr/>
              <a:t>, called tiles.</a:t>
            </a:r>
          </a:p>
          <a:p>
            <a:pPr lvl="1"/>
            <a:r>
              <a:rPr/>
              <a:t>One new token is one row, but it still occupies a whole tile.</a:t>
            </a:r>
          </a:p>
          <a:p>
            <a:pPr lvl="1"/>
            <a:r>
              <a:rPr/>
              <a:t>That’s one reason a single user leaves most of the chip’s arithmetic idle, and why batching helps (Act III).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Kernels,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cores run small programs called </a:t>
            </a:r>
            <a:r>
              <a:rPr b="1"/>
              <a:t>kernels</a:t>
            </a:r>
            <a:r>
              <a:rPr/>
              <a:t>. Usually one basic operation each: an addition, a matrix multiplication, a softmax.</a:t>
            </a:r>
          </a:p>
          <a:p>
            <a:pPr lvl="1"/>
            <a:r>
              <a:rPr/>
              <a:t>More complex kernels combine several, for example a matrix multiplication and its activation function.</a:t>
            </a:r>
          </a:p>
          <a:p>
            <a:pPr lvl="1"/>
            <a:r>
              <a:rPr/>
              <a:t>TT-NN compiles a kernel the first time an operation runs with a new shape, and keeps it on disk.</a:t>
            </a:r>
          </a:p>
          <a:p>
            <a:pPr lvl="1"/>
            <a:r>
              <a:rPr/>
              <a:t>The </a:t>
            </a:r>
            <a:r>
              <a:rPr b="1"/>
              <a:t>warm-up</a:t>
            </a:r>
            <a:r>
              <a:rPr/>
              <a:t> in Act 0 ran everything once so that these compilations were done before you needed them.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Every operation (for example </a:t>
            </a:r>
            <a:r>
              <a:rPr>
                <a:latin typeface="Courier"/>
              </a:rPr>
              <a:t>ttnn.matmul</a:t>
            </a:r>
            <a:r>
              <a:rPr/>
              <a:t>) is sent to the card as a command: hundreds or thousands per model.</a:t>
            </a:r>
          </a:p>
          <a:p>
            <a:pPr lvl="1"/>
            <a:r>
              <a:rPr/>
              <a:t>The same commands repeat at every decode step.</a:t>
            </a:r>
          </a:p>
          <a:p>
            <a:pPr lvl="1"/>
            <a:r>
              <a:rPr/>
              <a:t>With </a:t>
            </a:r>
            <a:r>
              <a:rPr b="1"/>
              <a:t>trace</a:t>
            </a:r>
            <a:r>
              <a:rPr/>
              <a:t>, TT-NN records them once and replays the recording at every later step: the host no longer resends them.</a:t>
            </a:r>
          </a:p>
          <a:p>
            <a:pPr lvl="1"/>
            <a:r>
              <a:rPr/>
              <a:t>It’s switched on throughout the tutorial.</a:t>
            </a:r>
          </a:p>
          <a:p>
            <a:pPr lvl="1"/>
            <a:r>
              <a:rPr/>
              <a:t>What is left after trace is time on the card itself, including a small fixed cost for every operation. For a small model, those fixed costs add up.</a:t>
            </a:r>
          </a:p>
          <a:p>
            <a:pPr lvl="1"/>
            <a:r>
              <a:rPr/>
              <a:t>In Act IV you will use trace yourself.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Act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Time to first token grew with the prompt: prefill does work for every prompt token.</a:t>
            </a:r>
          </a:p>
          <a:p>
            <a:pPr lvl="1"/>
            <a:r>
              <a:rPr/>
              <a:t>Tokens per second barely moved: decode’s cost is mostly reading the weights.</a:t>
            </a:r>
          </a:p>
          <a:p>
            <a:pPr lvl="1"/>
            <a:r>
              <a:rPr/>
              <a:t>The gap between your measurement and the speed limit is the time not spent reading weights.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Act</a:t>
            </a:r>
            <a:r>
              <a:rPr/>
              <a:t> </a:t>
            </a:r>
            <a:r>
              <a:rPr/>
              <a:t>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Write attention yourself, on the real GPT-2.</a:t>
            </a:r>
          </a:p>
          <a:p>
            <a:pPr lvl="1"/>
            <a:r>
              <a:rPr/>
              <a:t>Generate text </a:t>
            </a:r>
            <a:r>
              <a:rPr b="1"/>
              <a:t>without</a:t>
            </a:r>
            <a:r>
              <a:rPr/>
              <a:t> a cache: recompute everything for every new token.</a:t>
            </a:r>
          </a:p>
          <a:p>
            <a:pPr lvl="1"/>
            <a:r>
              <a:rPr/>
              <a:t>Add the cache. Same text, different cost.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notebooks/media/cache_vs_no_cach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600200"/>
            <a:ext cx="7797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chip you are driving</dc:title>
  <dc:creator>Maciek Draguła · Nathan Maurice</dc:creator>
  <cp:keywords/>
  <dcterms:created xsi:type="dcterms:W3CDTF">2026-10-10T12:54:56Z</dcterms:created>
  <dcterms:modified xsi:type="dcterms:W3CDTF">2026-10-10T12:54:56Z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ML in PL 2026 · October 11</vt:lpwstr>
  </property>
  <property fmtid="{D5CDD505-2E9C-101B-9397-08002B2CF9AE}" pid="3" name="subtitle">
    <vt:lpwstr>🤘 Cache Me If You Can · Talk 2</vt:lpwstr>
  </property>
</Properties>
</file>