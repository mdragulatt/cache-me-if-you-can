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🤘</a:t>
            </a:r>
            <a:r>
              <a:rPr/>
              <a:t> </a:t>
            </a:r>
            <a:r>
              <a:rPr/>
              <a:t>Cache</a:t>
            </a:r>
            <a:r>
              <a:rPr/>
              <a:t> </a:t>
            </a:r>
            <a:r>
              <a:rPr/>
              <a:t>Me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3</a:t>
            </a:r>
            <a:br/>
            <a:br/>
            <a:r>
              <a:rPr/>
              <a:t>Maciek</a:t>
            </a:r>
            <a:r>
              <a:rPr/>
              <a:t> </a:t>
            </a:r>
            <a:r>
              <a:rPr/>
              <a:t>Draguła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Nathan</a:t>
            </a:r>
            <a:r>
              <a:rPr/>
              <a:t> </a:t>
            </a:r>
            <a:r>
              <a:rPr/>
              <a:t>Maurice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PL</a:t>
            </a:r>
            <a:r>
              <a:rPr/>
              <a:t> </a:t>
            </a:r>
            <a:r>
              <a:rPr/>
              <a:t>2026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October</a:t>
            </a:r>
            <a:r>
              <a:rPr/>
              <a:t> </a:t>
            </a:r>
            <a:r>
              <a:rPr/>
              <a:t>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measured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true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Prefill is compute-bound and decode is memory-bound, on one chip and on a thousand.</a:t>
            </a:r>
          </a:p>
          <a:p>
            <a:pPr lvl="1"/>
            <a:r>
              <a:rPr/>
              <a:t>The KV cache is still what makes generating text affordable.</a:t>
            </a:r>
          </a:p>
          <a:p>
            <a:pPr lvl="1"/>
            <a:r>
              <a:rPr/>
              <a:t>Batching still buys throughput until something else runs out.</a:t>
            </a:r>
          </a:p>
          <a:p>
            <a:pPr lvl="1"/>
            <a:r>
              <a:rPr/>
              <a:t>Fused operations and trace, which you used in Act IV, are how production code removes the cost of every command.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chip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Tensor parallelism</a:t>
            </a:r>
            <a:r>
              <a:rPr/>
              <a:t>: each layer is split across chips, and the chips exchange partial results at every layer.</a:t>
            </a:r>
          </a:p>
          <a:p>
            <a:pPr lvl="1"/>
            <a:r>
              <a:rPr/>
              <a:t>Now the network between chips is a second speed limit next to memory bandwidth.</a:t>
            </a:r>
          </a:p>
          <a:p>
            <a:pPr lvl="1"/>
            <a:r>
              <a:rPr/>
              <a:t>The napkin math gains a term: bytes exchanged between chips per token.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Prefill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decode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different</a:t>
            </a:r>
            <a:r>
              <a:rPr/>
              <a:t> </a:t>
            </a:r>
            <a:r>
              <a:rPr/>
              <a:t>chips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They want different hardware: prefill needs arithmetic, decode needs memory bandwidth.</a:t>
            </a:r>
          </a:p>
          <a:p>
            <a:pPr lvl="1"/>
            <a:r>
              <a:rPr b="1"/>
              <a:t>Disaggregated serving</a:t>
            </a:r>
            <a:r>
              <a:rPr/>
              <a:t>: some chips only prefill, others only decode, and the KV cache travels between them.</a:t>
            </a:r>
          </a:p>
          <a:p>
            <a:pPr lvl="1"/>
            <a:r>
              <a:rPr/>
              <a:t>Pointless for a 1.5B model on one card; decisive for a 400B model on a Galaxy.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Serving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Requests arrive all the time, so batches are rebuilt at every step (</a:t>
            </a:r>
            <a:r>
              <a:rPr b="1"/>
              <a:t>continuous batching</a:t>
            </a:r>
            <a:r>
              <a:rPr/>
              <a:t>).</a:t>
            </a:r>
          </a:p>
          <a:p>
            <a:pPr lvl="1"/>
            <a:r>
              <a:rPr/>
              <a:t>The KV cache is stored in fixed-size </a:t>
            </a:r>
            <a:r>
              <a:rPr b="1"/>
              <a:t>pages</a:t>
            </a:r>
            <a:r>
              <a:rPr/>
              <a:t>, like virtual memory, so users can come and go.</a:t>
            </a:r>
          </a:p>
          <a:p>
            <a:pPr lvl="1"/>
            <a:r>
              <a:rPr/>
              <a:t>A load balancer decides which group of chips gets which request.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Speculative</a:t>
            </a:r>
            <a:r>
              <a:rPr/>
              <a:t> </a:t>
            </a:r>
            <a:r>
              <a:rPr/>
              <a:t>decoding: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Decoding is expensive per token: in Act I, prefill got through hundreds of times more tokens per second than decode.</a:t>
            </a:r>
          </a:p>
          <a:p>
            <a:pPr lvl="1"/>
            <a:r>
              <a:rPr/>
              <a:t>But some tokens are easy to predict: after “1, 2, 3, 4,” almost anything would guess “5,”.</a:t>
            </a:r>
          </a:p>
          <a:p>
            <a:pPr lvl="1"/>
            <a:r>
              <a:rPr/>
              <a:t>So a small </a:t>
            </a:r>
            <a:r>
              <a:rPr b="1"/>
              <a:t>draft model</a:t>
            </a:r>
            <a:r>
              <a:rPr/>
              <a:t>, trained to imitate the large one, guesses the next few tokens quickly. Some models even predict several tokens at once (</a:t>
            </a:r>
            <a:r>
              <a:rPr b="1"/>
              <a:t>multi-token prediction</a:t>
            </a:r>
            <a:r>
              <a:rPr/>
              <a:t>).</a:t>
            </a:r>
          </a:p>
          <a:p>
            <a:pPr lvl="1"/>
            <a:r>
              <a:rPr/>
              <a:t>The large model checks all the guesses in </a:t>
            </a:r>
            <a:r>
              <a:rPr b="1"/>
              <a:t>one</a:t>
            </a:r>
            <a:r>
              <a:rPr/>
              <a:t> pass, the way prefill reads a prompt, and keeps the correct ones.</a:t>
            </a:r>
          </a:p>
          <a:p>
            <a:pPr lvl="1"/>
            <a:r>
              <a:rPr/>
              <a:t>It pays off because decode is memory-bound: checking five tokens costs about as much as generating 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Speculative</a:t>
            </a:r>
            <a:r>
              <a:rPr/>
              <a:t> </a:t>
            </a:r>
            <a:r>
              <a:rPr/>
              <a:t>decoding,</a:t>
            </a:r>
            <a:r>
              <a:rPr/>
              <a:t> </a:t>
            </a:r>
            <a:r>
              <a:rPr/>
              <a:t>step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step</a:t>
            </a:r>
          </a:p>
        </p:txBody>
      </p:sp>
      <p:pic>
        <p:nvPicPr>
          <p:cNvPr descr="media/speculative_decod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59000"/>
            <a:ext cx="82296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Speedrun leaderboard.</a:t>
            </a:r>
          </a:p>
          <a:p>
            <a:pPr lvl="1"/>
            <a:r>
              <a:rPr/>
              <a:t>The fastest few rerun their race on the projector and show their code.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</a:t>
            </a:r>
            <a:r>
              <a:rPr/>
              <a:t> </a:t>
            </a:r>
            <a:r>
              <a:rPr/>
              <a:t>long,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thanks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Everything you used today is open source: tt-metal, TT-NN, tt_transformers.</a:t>
            </a:r>
          </a:p>
          <a:p>
            <a:pPr lvl="1"/>
            <a:r>
              <a:rPr/>
              <a:t>The notebooks, with the answers for Acts 0 to III, are yours to keep.</a:t>
            </a:r>
          </a:p>
          <a:p>
            <a:pPr lvl="1"/>
            <a:r>
              <a:rPr/>
              <a:t>Questions.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changes at scale</dc:title>
  <dc:creator>Maciek Draguła · Nathan Maurice</dc:creator>
  <cp:keywords/>
  <dcterms:created xsi:type="dcterms:W3CDTF">2026-10-10T12:54:57Z</dcterms:created>
  <dcterms:modified xsi:type="dcterms:W3CDTF">2026-10-10T12:54:57Z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ML in PL 2026 · October 11</vt:lpwstr>
  </property>
  <property fmtid="{D5CDD505-2E9C-101B-9397-08002B2CF9AE}" pid="3" name="subtitle">
    <vt:lpwstr>🤘 Cache Me If You Can · Talk 3</vt:lpwstr>
  </property>
</Properties>
</file>